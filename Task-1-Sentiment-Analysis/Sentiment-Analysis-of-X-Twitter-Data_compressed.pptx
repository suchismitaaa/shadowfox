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Gelasio"/>
      <p:regular r:id="rId201314"/>
    </p:embeddedFont>
    <p:embeddedFont>
      <p:font typeface="Gelasio Bold"/>
      <p:regular r:id="rId201315"/>
    </p:embeddedFont>
    <p:embeddedFont>
      <p:font typeface="Lato"/>
      <p:regular r:id="rId201316"/>
    </p:embeddedFont>
    <p:embeddedFont>
      <p:font typeface="La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Sentiment Analysis of X (Twitter) Data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ShadowFox Data Science Internship Project — NLP + Machine Learning classifying tweets as Positive, Neutral, Negative. Logistic Regression: 85.57% accuracy. Naive Bayes: 70.45%.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9051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Abstract &amp; Objectives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2146102"/>
            <a:ext cx="2290465" cy="1506810"/>
          </a:xfrm>
          <a:prstGeom prst="roundRect">
            <a:avLst>
              <a:gd name="adj" fmla="val 3952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229262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Abstract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2599134"/>
            <a:ext cx="19974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EDA, word clouds, and ML models used to analyze sentiment patterns in ~162,969 tweets.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2146102"/>
            <a:ext cx="2290539" cy="1506810"/>
          </a:xfrm>
          <a:prstGeom prst="roundRect">
            <a:avLst>
              <a:gd name="adj" fmla="val 3952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4863" y="229262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Objectives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2599134"/>
            <a:ext cx="199749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Classify tweets into Positive, Neutral, Negative; extract insights; compare ML algorithms.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1942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Dataset Overview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34480"/>
            <a:ext cx="3053135" cy="17300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9892" y="237418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Facts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899892" y="2737396"/>
            <a:ext cx="4752677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~162,969 tweets collected from X (Twitter).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Features: clean_text (preprocessed), category (label).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Labels: -1 = Negative, 0 = Neutral, 1 = Positive.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7331"/>
            <a:ext cx="529523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EDA — Sentiment Distribution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63836"/>
            <a:ext cx="4457849" cy="29292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252540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Distribution shows Positive as largest group (~72,000), Neutral (~55,000), Negative (~35,000). Overall trend: majority positive sentiment.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261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Word Cloud Insights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66255"/>
            <a:ext cx="3902943" cy="2285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910980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Positive tweets highlight political and governance terms: Modi, India, BJP, Congress, vote.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701" y="1387673"/>
            <a:ext cx="3902943" cy="244249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49701" y="3989636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Negative tweets also center on political topics: Modi, India, Congress, corrupt, poor, hate.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9869"/>
            <a:ext cx="421414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 20 Frequent Words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975" y="1434926"/>
            <a:ext cx="4575795" cy="29292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228562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Highlights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4339" y="2648843"/>
            <a:ext cx="2628230" cy="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'modi' is by far the most frequent term (~150,000).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Other common tokens: the, and, for, you, india — indicating political focus.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67742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 Engineering — TF‑IDF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2188220"/>
            <a:ext cx="4722763" cy="1905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5" name="Text 2"/>
          <p:cNvSpPr/>
          <p:nvPr/>
        </p:nvSpPr>
        <p:spPr>
          <a:xfrm>
            <a:off x="496119" y="229716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TF‑IDF Vectorization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603674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Transforms text to numeric vectors, emphasizes meaningful words and downweighs common tokens.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3527227"/>
            <a:ext cx="4722763" cy="1905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8" name="Text 5"/>
          <p:cNvSpPr/>
          <p:nvPr/>
        </p:nvSpPr>
        <p:spPr>
          <a:xfrm>
            <a:off x="496119" y="36361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 Space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96119" y="3942680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Limited to top 5,000 most relevant terms to reduce dimensionality and noise.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152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Models Trained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93677"/>
            <a:ext cx="3902943" cy="221166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9701" y="1586582"/>
            <a:ext cx="354360" cy="35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81240" y="158658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Logistic Regression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5281240" y="1949797"/>
            <a:ext cx="3371404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Widely used for text classification on sparse, high-dimensional data.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Accuracy: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85.57%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9701" y="3041303"/>
            <a:ext cx="354360" cy="35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81240" y="304130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Naive Bayes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5281240" y="3404518"/>
            <a:ext cx="3371404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Probabilistic baseline commonly used in sentiment tasks.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Accuracy: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70.45%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986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Evaluation Details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235" y="1434926"/>
            <a:ext cx="4559350" cy="29292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548482"/>
            <a:ext cx="262823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Logistic Regression — Confusion Matrix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4339" y="2133154"/>
            <a:ext cx="262823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Shows true vs predicted across 3 classes. Notable cells: 10,576 correct Neutral and 11,963 correct Positive predictions.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024339" y="3008486"/>
            <a:ext cx="2628230" cy="17711"/>
          </a:xfrm>
          <a:prstGeom prst="roundRect">
            <a:avLst>
              <a:gd name="adj" fmla="val 336188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024339" y="3221087"/>
            <a:ext cx="24977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Classification Report (LR)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024339" y="3584302"/>
            <a:ext cx="262823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Negative: P 0.86 / R 0.75 / F1 0.80. Neutral: P 0.81 / R 0.96 / F1 0.88. Positive: P 0.90 / R 0.83 / F1 0.87.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77107"/>
            <a:ext cx="485313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Conclusions &amp; Future Scope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2032695"/>
            <a:ext cx="2290465" cy="1733624"/>
          </a:xfrm>
          <a:prstGeom prst="roundRect">
            <a:avLst>
              <a:gd name="adj" fmla="val 3435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71640" y="21792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71640" y="2485727"/>
            <a:ext cx="1997422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Positive sentiment dominated. Political topics drive conversations. TF‑IDF + Logistic Regression delivered best results (85.57%).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2032695"/>
            <a:ext cx="2290539" cy="1733624"/>
          </a:xfrm>
          <a:prstGeom prst="roundRect">
            <a:avLst>
              <a:gd name="adj" fmla="val 3435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03863" y="21792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Future Directions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03863" y="2485727"/>
            <a:ext cx="199749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Real‑time sentiment pipelines, deep learning (LSTM/GRU/BERT), multilingual models, hashtag/emoji analysis, interactive dashboards.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/>
</file>

<file path=docProps/core.xml><?xml version="1.0" encoding="utf-8"?>
<Properties xmlns="http://schemas.openxmlformats.org/officeDocument/2006/extended-properties"/>
</file>